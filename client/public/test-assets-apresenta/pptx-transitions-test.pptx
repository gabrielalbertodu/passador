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241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SLIDE 1 — FADE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F5F5F5"/>
                </a:solidFill>
              </a:rPr>
              <a:t>Teste local — proporção 16:9</a:t>
            </a:r>
          </a:p>
        </p:txBody>
      </p:sp>
    </p:spTree>
  </p:cSld>
  <p:clrMapOvr>
    <a:masterClrMapping/>
  </p:clrMapOvr>
  <p:transition spd="fast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78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241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SLIDE 2 — WIPE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F5F5F5"/>
                </a:solidFill>
              </a:rPr>
              <a:t>Teste local — proporção 16:9</a:t>
            </a:r>
          </a:p>
        </p:txBody>
      </p:sp>
    </p:spTree>
  </p:cSld>
  <p:clrMapOvr>
    <a:masterClrMapping/>
  </p:clrMapOvr>
  <p:transition spd="fast">
    <p:wipe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